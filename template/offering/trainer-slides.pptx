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18872" cy="4297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[Offering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2560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[Train-the-trainer | Guided lab | Hackathon]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50292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[Trainer name]  •  [Date]  •  [Location / virtual]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Welcome and working agreements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[Customize this slide for the cohort and delivery format.]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Welcome: [trainer], [support contact], and [sponsor / host].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Purpose: [why this offering matters to this audience].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Working agreements: [questions channel], [breaks], [collaboration], and [recording policy].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Please do not share passwords, tokens, or confidential information in chat or shared materials.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By the end of this session, participants will be able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[Observable learning outcome 1.]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[Observable learning outcome 2.]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[Observable learning outcome 3.]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Completion evidence: [lab result, teach-back, presentation, or assessment].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Agenda and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[Adjust times and remove non-applicable sections.]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[Time]  Welcome, context, and readiness check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[Time]  Key concepts and live demonstration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[Time]  Guided hands-on activity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[Time]  Apply the learning: [scenario / challenge]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[Time]  Debrief, next steps, and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[Frame the participant problem before introducing the solution.]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Context: [Describe the realistic business or technical situation.]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Goal: [Describe the desired participant outcome.]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Constraints: [Time, tools, policy, or quality constraints.]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Success criteria: [How participants know they have completed the scenario.]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Key concept: [Concept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[Keep this explanation focused on what participants need for the activity.]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[Definition or principle.]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[Why it matters in the scenario.]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[Decision, pattern, or workflow to use.]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[Knowledge-check question or prompt.]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Demonstration: [Task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Trainer demonstrates the essential path; participants observe and ask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Starting state: [environment, files, or configuration].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Steps: [high-level step 1], [step 2], [step 3].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Expected result: [observable outcome].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Pause here: [question, poll, or readiness check].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[Display this slide while participants work.]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Goal: [What to build, configure, analyze, or present.]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Time box: [duration].  Work mode: [individual / pairs / teams].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Instructions and resources: [approved link or location].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Ask for help: [support channel].  Do not share credentials or sensitive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Checkpoints and coaching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[Use checkpoints to maintain pace and surface blockers.]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Checkpoint 1 — [Expected result] — [time].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Checkpoint 2 — [Expected result] — [time].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Checkpoint 3 — [Expected result] — [time].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If blocked: [hint], then [support path / fallback].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Apply: [Challenge or teach-back]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[Use for a hackathon challenge or a train-the-trainer practice delivery.]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Prompt: [Open-ended task or teach-back assignment.]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Deliverable: [artifact, demonstration, or presentation].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Assessment criteria: [quality, relevance, completeness, collaboration].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Share-out: [time and format].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60196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C"/>
                </a:solidFill>
              </a:defRPr>
            </a:pPr>
            <a:r>
              <a:t>Debrief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[Close the loop on learning and action.]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Reflect: [What did you learn? What will you apply?]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Next action: [specific action and deadline].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Resources: [approved materials and reference documentation].</a:t>
            </a:r>
          </a:p>
          <a:p>
            <a:pPr>
              <a:spcAft>
                <a:spcPts val="1200"/>
              </a:spcAft>
              <a:defRPr sz="2000">
                <a:solidFill>
                  <a:srgbClr val="192D4C"/>
                </a:solidFill>
              </a:defRPr>
            </a:pPr>
            <a:r>
              <a:t>Feedback: [survey or approved feedback channel].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[Offering name]  |  [Version / date]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[Offering name] trainer slides</dc:title>
  <dc:subject>Reusable train-the-trainer, guided lab, and hackathon offering template</dc:subject>
  <dc:creator>[Organization / offering owner]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